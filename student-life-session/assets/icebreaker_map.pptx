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ta_map_final_compr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Where do you live?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Duplicate the pin below (Ctrl/Cmd+D) and drag your copy onto your neighbourhood.</a:t>
            </a:r>
          </a:p>
        </p:txBody>
      </p:sp>
      <p:sp>
        <p:nvSpPr>
          <p:cNvPr id="5" name="Teardrop 4"/>
          <p:cNvSpPr/>
          <p:nvPr/>
        </p:nvSpPr>
        <p:spPr>
          <a:xfrm rot="10800000">
            <a:off x="457200" y="5760720"/>
            <a:ext cx="457200" cy="640080"/>
          </a:xfrm>
          <a:prstGeom prst="teardrop">
            <a:avLst/>
          </a:prstGeom>
          <a:solidFill>
            <a:srgbClr val="E83E3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852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&lt;- duplicate 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"/>
            <a:ext cx="2377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/>
            <a:r>
              <a:rPr sz="1100">
                <a:solidFill>
                  <a:srgbClr val="F8A51A"/>
                </a:solidFill>
              </a:rPr>
              <a:t>● Line 1 Yonge-University</a:t>
            </a:r>
          </a:p>
          <a:p>
            <a:r>
              <a:rPr sz="1100">
                <a:solidFill>
                  <a:srgbClr val="00A651"/>
                </a:solidFill>
              </a:rPr>
              <a:t>● Line 2 Bloor-Danforth</a:t>
            </a:r>
          </a:p>
          <a:p>
            <a:r>
              <a:rPr sz="1100">
                <a:solidFill>
                  <a:srgbClr val="0057A8"/>
                </a:solidFill>
              </a:rPr>
              <a:t>● Line 3 Scarborough</a:t>
            </a:r>
          </a:p>
          <a:p>
            <a:r>
              <a:rPr sz="1100">
                <a:solidFill>
                  <a:srgbClr val="8A5AA8"/>
                </a:solidFill>
              </a:rPr>
              <a:t>● Line 4 Sheppard</a:t>
            </a:r>
          </a:p>
          <a:p>
            <a:r>
              <a:rPr sz="1100">
                <a:solidFill>
                  <a:srgbClr val="00B2A9"/>
                </a:solidFill>
              </a:rPr>
              <a:t>● Line 5 Eglinton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